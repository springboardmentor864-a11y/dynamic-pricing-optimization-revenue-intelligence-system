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PricePilot AI Enterprise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AI-Powered Product Price Prediction &amp; Demand Forecasting System</a:t>
            </a:r>
            <a:br/>
            <a:r>
              <a:t>Infosys Springboard 7.0 Capstone Submission (August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PricePilot AI addresses dynamic market volatility by predicting optimal product pricing and demand volumes.</a:t>
            </a:r>
            <a:br/>
            <a:br/>
            <a:r>
              <a:t>• Enterprise Machine Learning using Extra Trees Regressor (96.5% R² Score)</a:t>
            </a:r>
            <a:br/>
            <a:r>
              <a:t>• Production REST Backend built with Python FastAPI and PostgreSQL</a:t>
            </a:r>
            <a:br/>
            <a:r>
              <a:t>• Interactive React Frontend with openpyxl Excel Export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E-commerce retailers face pricing inefficiencies, margin erosion, and static list prices.</a:t>
            </a:r>
            <a:br/>
            <a:br/>
            <a:r>
              <a:t>1. Volatile competitor pricing strategies</a:t>
            </a:r>
            <a:br/>
            <a:r>
              <a:t>2. Inaccurate demand volume forecasting</a:t>
            </a:r>
            <a:br/>
            <a:r>
              <a:t>3. High manual effort in user registry auditing and CSV manipulation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Objectives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Deliver a commercial-grade dynamic pricing engine with full security and automated reports.</a:t>
            </a:r>
            <a:br/>
            <a:br/>
            <a:r>
              <a:t>• Build multi-model benchmark suite (Extra Trees, Random Forest, XGBoost)</a:t>
            </a:r>
            <a:br/>
            <a:r>
              <a:t>• Implement JWT authentication, OTP verification, and RBAC</a:t>
            </a:r>
            <a:br/>
            <a:r>
              <a:t>• Develop openpyxl Excel user report generation (Users_Report.xlsx)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Frontend: React 19, TypeScript, Tailwind CSS, Framer Motion, Axios</a:t>
            </a:r>
            <a:br/>
            <a:r>
              <a:t>Backend: FastAPI, SQLAlchemy, Alembic, Pydantic, Passlib, Bcrypt</a:t>
            </a:r>
            <a:br/>
            <a:r>
              <a:t>Database: PostgreSQL, Neon Cloud Serverless Relational DB</a:t>
            </a:r>
            <a:br/>
            <a:r>
              <a:t>Machine Learning: Scikit-Learn, Pandas, NumPy, Joblib, XGBoost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Decoupled 4-Tier Enterprise Architecture:</a:t>
            </a:r>
            <a:br/>
            <a:br/>
            <a:r>
              <a:t>1. Client Layer: React Single Page Application (SPA)</a:t>
            </a:r>
            <a:br/>
            <a:r>
              <a:t>2. API Gateway: FastAPI with JWT Security &amp; CORS Middleware</a:t>
            </a:r>
            <a:br/>
            <a:r>
              <a:t>3. Service Layer: Machine Learning Regressor Engine</a:t>
            </a:r>
            <a:br/>
            <a:r>
              <a:t>4. Persistence: PostgreSQL Relational Storage via SQLAlchemy 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Machine Learning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Evaluated 6 machine learning regression algorithms:</a:t>
            </a:r>
            <a:br/>
            <a:br/>
            <a:r>
              <a:t>1. Extra Trees Regressor (Best Model — R² 0.9650)</a:t>
            </a:r>
            <a:br/>
            <a:r>
              <a:t>2. Random Forest Regressor (R² 0.9420)</a:t>
            </a:r>
            <a:br/>
            <a:r>
              <a:t>3. XGBoost Regressor (R² 0.9380)</a:t>
            </a:r>
            <a:br/>
            <a:r>
              <a:t>4. Gradient Boosting Regressor (R² 0.9150)</a:t>
            </a:r>
            <a:br/>
            <a:r>
              <a:t>5. Decision Tree Regressor (R² 0.8840)</a:t>
            </a:r>
            <a:br/>
            <a:r>
              <a:t>6. Linear Regression (R² 0.7410)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Why Extra Trees Outperformed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Extremely Randomized Trees randomize cut-point selections during node splitting.</a:t>
            </a:r>
            <a:br/>
            <a:br/>
            <a:r>
              <a:t>• Reduces model variance and prevents overfitting</a:t>
            </a:r>
            <a:br/>
            <a:r>
              <a:t>• Achieves lowest MAE (₹12.40) and RMSE (₹18.60)</a:t>
            </a:r>
            <a:br/>
            <a:r>
              <a:t>• Rapid execution speed (0.045 seconds per prediction)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Database Design &amp;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Relational Schema configured with SQLAlchemy ORM on Neon PostgreSQL:</a:t>
            </a:r>
            <a:br/>
            <a:br/>
            <a:r>
              <a:t>• users (id, name, email, username, role, status, last_login)</a:t>
            </a:r>
            <a:br/>
            <a:r>
              <a:t>• predictions (id, product_id, user_id, predicted_price, confidence)</a:t>
            </a:r>
            <a:br/>
            <a:r>
              <a:t>• products (id, name, category, current_price, cost_price)</a:t>
            </a:r>
            <a:br/>
            <a:r>
              <a:t>• password_reset_otps (id, email_or_phone, otp_code, expires_at)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Authentication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Multi-layered Enterprise Security Model:</a:t>
            </a:r>
            <a:br/>
            <a:br/>
            <a:r>
              <a:t>• JWT Token authentication with HS256 encryption</a:t>
            </a:r>
            <a:br/>
            <a:r>
              <a:t>• Bcrypt password hashing (12 rounds)</a:t>
            </a:r>
            <a:br/>
            <a:r>
              <a:t>• 6-digit OTP verification for forgotten passwords</a:t>
            </a:r>
            <a:br/>
            <a:r>
              <a:t>• Role-Based Access Control (Admin vs User routes)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Admin Excel Export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Custom openpyxl Excel Generation Engine:</a:t>
            </a:r>
            <a:br/>
            <a:br/>
            <a:r>
              <a:t>• Generates native Users_Report.xlsx (NOT CSV)</a:t>
            </a:r>
            <a:br/>
            <a:r>
              <a:t>• Blue header fill (#1E3A8A), white bold text, cell borders</a:t>
            </a:r>
            <a:br/>
            <a:r>
              <a:t>• Auto column width adjustment, zebra striping, and freeze panes (A4)</a:t>
            </a:r>
            <a:br/>
            <a:r>
              <a:t>• Auto-filters and metadata company header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Project Documents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Dynamic Documentation Hub:</a:t>
            </a:r>
            <a:br/>
            <a:br/>
            <a:r>
              <a:t>• Backend APIs (/api/docs, /api/docs/download/{id})</a:t>
            </a:r>
            <a:br/>
            <a:r>
              <a:t>• Automated placeholder replacement with full PDF reports</a:t>
            </a:r>
            <a:br/>
            <a:r>
              <a:t>• Interactive document previews and single-click binary downloads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Quality Assurance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Comprehensive QA Suite:</a:t>
            </a:r>
            <a:br/>
            <a:br/>
            <a:r>
              <a:t>• Automated Unit Tests for auth, predictions, and user CRUD</a:t>
            </a:r>
            <a:br/>
            <a:r>
              <a:t>• End-to-End API testing via pytest and requests</a:t>
            </a:r>
            <a:br/>
            <a:r>
              <a:t>• Production build verification via Vite (built cleanly in 908ms)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Deployment &amp;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Production Ready Deployment Architecture:</a:t>
            </a:r>
            <a:br/>
            <a:br/>
            <a:r>
              <a:t>• Docker containerization for backend API workers</a:t>
            </a:r>
            <a:br/>
            <a:r>
              <a:t>• Render hosting for FastAPI web service</a:t>
            </a:r>
            <a:br/>
            <a:r>
              <a:t>• Vercel continuous deployment for React SPA</a:t>
            </a:r>
            <a:br/>
            <a:r>
              <a:t>• Neon PostgreSQL serverless cloud database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Team Roles &amp;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Infosys Springboard 7.0 Project Team:</a:t>
            </a:r>
            <a:br/>
            <a:br/>
            <a:r>
              <a:t>• Narendar Reddy: Lead Full Stack Architect &amp; openpyxl Engine</a:t>
            </a:r>
            <a:br/>
            <a:r>
              <a:t>• Manvitha: Machine Learning Engineer &amp; Extra Trees Model</a:t>
            </a:r>
            <a:br/>
            <a:r>
              <a:t>• Pravallika: Frontend UI/UX Specialist &amp; Glassmorphic Design</a:t>
            </a:r>
            <a:br/>
            <a:r>
              <a:t>• Ashwindh: Backend &amp; DevOps Engineer (PostgreSQL &amp; Docker)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Conclusion &amp;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0698480" cy="43891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BD5E1"/>
                </a:solidFill>
              </a:defRPr>
            </a:pPr>
            <a:r>
              <a:t>PricePilot AI successfully provides a robust, scalable, and enterprise-grade dynamic pricing SaaS platform.</a:t>
            </a:r>
            <a:br/>
            <a:br/>
            <a:r>
              <a:t>Thank you!</a:t>
            </a:r>
            <a:br/>
            <a:r>
              <a:t>Questions &amp; Answers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